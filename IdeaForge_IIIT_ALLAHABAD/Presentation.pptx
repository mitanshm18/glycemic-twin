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jp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1B2430"/>
      </a:dk1>
      <a:lt1>
        <a:srgbClr val="FFFFFF"/>
      </a:lt1>
      <a:dk2>
        <a:srgbClr val="475262"/>
      </a:dk2>
      <a:lt2>
        <a:srgbClr val="F6F8FA"/>
      </a:lt2>
      <a:accent1>
        <a:srgbClr val="2F5FB3"/>
      </a:accent1>
      <a:accent2>
        <a:srgbClr val="6B4FC4"/>
      </a:accent2>
      <a:accent3>
        <a:srgbClr val="2F7D55"/>
      </a:accent3>
      <a:accent4>
        <a:srgbClr val="9A6A12"/>
      </a:accent4>
      <a:accent5>
        <a:srgbClr val="B8442F"/>
      </a:accent5>
      <a:accent6>
        <a:srgbClr val="6B7684"/>
      </a:accent6>
      <a:hlink>
        <a:srgbClr val="2F5FB3"/>
      </a:hlink>
      <a:folHlink>
        <a:srgbClr val="6B4FC4"/>
      </a:folHlink>
    </a:clrScheme>
    <a:fontScheme name="Plai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